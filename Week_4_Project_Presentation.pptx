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Iris Flower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4 AI Project Deployment &amp; Capstone</a:t>
            </a:r>
          </a:p>
          <a:p>
            <a:r>
              <a:t>End-to-end Machine Learning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an end-to-end supervised ML workflow.</a:t>
            </a:r>
          </a:p>
          <a:p>
            <a:pPr>
              <a:defRPr sz="2200"/>
            </a:pPr>
            <a:r>
              <a:t>Preprocess data, train/test a model, and serialize it.</a:t>
            </a:r>
          </a:p>
          <a:p>
            <a:pPr>
              <a:defRPr sz="2200"/>
            </a:pPr>
            <a:r>
              <a:t>Expose predictions through a FastAPI REST API.</a:t>
            </a:r>
          </a:p>
          <a:p>
            <a:pPr>
              <a:defRPr sz="2200"/>
            </a:pPr>
            <a:r>
              <a:t>Provide a browser interface, automated tests, and Docker packaging.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Iris dataset: 150 observations and 3 flower classes.</a:t>
            </a:r>
          </a:p>
          <a:p>
            <a:pPr>
              <a:defRPr sz="2200"/>
            </a:pPr>
            <a:r>
              <a:t>Four numerical inputs: sepal length, sepal width, petal length, petal width.</a:t>
            </a:r>
          </a:p>
          <a:p>
            <a:pPr>
              <a:defRPr sz="2200"/>
            </a:pPr>
            <a:r>
              <a:t>80/20 stratified train-test split with random_state=42.</a:t>
            </a:r>
          </a:p>
          <a:p>
            <a:pPr>
              <a:defRPr sz="2200"/>
            </a:pPr>
            <a:r>
              <a:t>StandardScaler is included inside the training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Algorithm: Logistic Regression.</a:t>
            </a:r>
          </a:p>
          <a:p>
            <a:pPr>
              <a:defRPr sz="2200"/>
            </a:pPr>
            <a:r>
              <a:t>Implemented with scikit-learn Pipeline.</a:t>
            </a:r>
          </a:p>
          <a:p>
            <a:pPr>
              <a:defRPr sz="2200"/>
            </a:pPr>
            <a:r>
              <a:t>Model serialized with Joblib.</a:t>
            </a:r>
          </a:p>
          <a:p>
            <a:pPr>
              <a:defRPr sz="2200"/>
            </a:pPr>
            <a:r>
              <a:t>The same preprocessing and model are used during API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Held-out test accuracy: 93.33%.</a:t>
            </a:r>
          </a:p>
          <a:p>
            <a:pPr>
              <a:defRPr sz="2200"/>
            </a:pPr>
            <a:r>
              <a:t>Evaluation includes precision, recall, F1-score, and confusion matrix.</a:t>
            </a:r>
          </a:p>
          <a:p>
            <a:pPr>
              <a:defRPr sz="2200"/>
            </a:pPr>
            <a:r>
              <a:t>The saved metrics are available in reports/metrics.json.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Iris CSV → preprocessing → Logistic Regression → Joblib model → FastAPI.</a:t>
            </a:r>
          </a:p>
          <a:p>
            <a:pPr>
              <a:defRPr sz="2200"/>
            </a:pPr>
            <a:r>
              <a:t>GET /health provides a service health check.</a:t>
            </a:r>
          </a:p>
          <a:p>
            <a:pPr>
              <a:defRPr sz="2200"/>
            </a:pPr>
            <a:r>
              <a:t>POST /predict returns prediction, confidence, and class probabilities.</a:t>
            </a:r>
          </a:p>
          <a:p>
            <a:pPr>
              <a:defRPr sz="2200"/>
            </a:pPr>
            <a:r>
              <a:t>Swagger documentation is available at /docs.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Automated tests cover the health endpoint and a known prediction.</a:t>
            </a:r>
          </a:p>
          <a:p>
            <a:pPr>
              <a:defRPr sz="2200"/>
            </a:pPr>
            <a:r>
              <a:t>Dockerfile is included for container deployment.</a:t>
            </a:r>
          </a:p>
          <a:p>
            <a:pPr>
              <a:defRPr sz="2200"/>
            </a:pPr>
            <a:r>
              <a:t>README contains local setup, testing, API, and Docker instructions.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{"sepal_length": 5.1, "sepal_width": 3.5,</a:t>
            </a:r>
          </a:p>
          <a:p>
            <a:pPr>
              <a:defRPr sz="2200"/>
            </a:pPr>
            <a:r>
              <a:t> "petal_length": 1.4, "petal_width": 0.2}</a:t>
            </a:r>
          </a:p>
          <a:p>
            <a:pPr>
              <a:defRPr sz="2200"/>
            </a:pPr>
            <a:r>
              <a:t>Expected class: setosa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the complete ML lifecycle from data to deployed inference.</a:t>
            </a:r>
          </a:p>
          <a:p>
            <a:pPr>
              <a:defRPr sz="2200"/>
            </a:pPr>
            <a:r>
              <a:t>Future improvements: CI/CD, monitoring, drift detection, authentication, and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